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2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5760720"/>
            <a:ext cx="9144000" cy="2743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6126480"/>
            <a:ext cx="1005840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oceanguard/icons/wa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6894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OCEANGUARD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OceanGuard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Marine Pollution Reporting &amp; Response Platform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UN SDG 14: Life Below Water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526280"/>
            <a:ext cx="3108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709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983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Shahjada  •  Ekansh Sinha  •  Aditya Kumar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Aradhya Srivastava  •  Ayesha Batool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49440" y="4709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Institution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49440" y="4983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– Centre for Sustainable Community Development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Engineering, IILM University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080760"/>
            <a:ext cx="37947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080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 ocean-guardian.onrender.com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pollution reports are slow, scattered, and invisible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219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oceanguard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3426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Response Times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reporting of marine pollution incidents takes over 72 hours to reach responders, allowing contamination to spread.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2219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oceanguard/icons/wa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34269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85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Environmental Impact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28232" y="2788920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million tonnes of plastic enter oceans annually, alongside chemical and oil spills.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5079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oceanguard/icons/link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62869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471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Communication Channels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" y="5074920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entry point exists for citizen observers; reports get lost between coast guards, municipal bodies, and NGOs.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251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5079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oceanguard/icons/visibility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62869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4714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Visibility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28232" y="5074920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who spot pollution have no way to know who to notify, or to track if the issue was resolved.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OceanGuard: Report → Triage → Respond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3500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oceanguard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25146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93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1-minute submission: photo, GPS, category, severity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59352" y="288950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oceanguard/icons/arrowFor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134" y="2977286"/>
            <a:ext cx="263347" cy="26334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20574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12" name="Shape 8"/>
          <p:cNvSpPr/>
          <p:nvPr/>
        </p:nvSpPr>
        <p:spPr>
          <a:xfrm>
            <a:off x="5897880" y="23500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oceanguard/icons/psycholog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51460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892040" y="3593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inference matches incidents to response bodies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36992" y="288950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oceanguard/icons/arrowFor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774" y="2977286"/>
            <a:ext cx="263347" cy="26334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641080" y="20574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19" name="Shape 13"/>
          <p:cNvSpPr/>
          <p:nvPr/>
        </p:nvSpPr>
        <p:spPr>
          <a:xfrm>
            <a:off x="9875520" y="23500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oceanguard/icons/publ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2" y="2514600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4108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869680" y="3593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+ role-based dashboard for coordinated action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4572000"/>
            <a:ext cx="0" cy="1508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49808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1-Minute Reporting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49808" y="4892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submission capturing photo, GPS location, pollution category, and severity.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434840" y="4572000"/>
            <a:ext cx="0" cy="1508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636008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Triage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36008" y="4892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LLM inference to automatically match incidents with relevant cleanup bodies and coast guard units.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4572000"/>
            <a:ext cx="0" cy="1508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522208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&amp; Transparent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8522208" y="4892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satellite incident map for public visibility, plus a role-based dashboard for responders.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connected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2670048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2130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oceanguard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045" y="2251253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8892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/ JavaScript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— 3D ocean animations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animation engine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— interactive mapping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38144" y="196596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38144" y="1965960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3438144" y="2377440"/>
            <a:ext cx="2670048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1"/>
          <p:cNvSpPr/>
          <p:nvPr/>
        </p:nvSpPr>
        <p:spPr>
          <a:xfrm>
            <a:off x="4498848" y="2130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oceanguard/icons/d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9" y="225125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38144" y="278892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21024" y="32461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REST API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 &amp; reporting flow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routing logic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27648" y="196596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27648" y="1965960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20" name="Shape 16"/>
          <p:cNvSpPr/>
          <p:nvPr/>
        </p:nvSpPr>
        <p:spPr>
          <a:xfrm>
            <a:off x="6327648" y="2377440"/>
            <a:ext cx="2670048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Shape 17"/>
          <p:cNvSpPr/>
          <p:nvPr/>
        </p:nvSpPr>
        <p:spPr>
          <a:xfrm>
            <a:off x="7388352" y="2130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/home/claude/oceanguard/icons/stor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3" y="2251253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7648" y="278892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Storage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510528" y="32461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— incident data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— image hosting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17152" y="196596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17152" y="1965960"/>
            <a:ext cx="2670048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27" name="Shape 22"/>
          <p:cNvSpPr/>
          <p:nvPr/>
        </p:nvSpPr>
        <p:spPr>
          <a:xfrm>
            <a:off x="9217152" y="2377440"/>
            <a:ext cx="2670048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Shape 23"/>
          <p:cNvSpPr/>
          <p:nvPr/>
        </p:nvSpPr>
        <p:spPr>
          <a:xfrm>
            <a:off x="10277856" y="21305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/home/claude/oceanguard/icons/smartTo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557" y="2251253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17152" y="278892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400032" y="3246120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(GPT-OSS open-weight model)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organization matching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 &amp; 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oceanguard/icons/g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3009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GPS-Enabled Capture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20640" y="2029968"/>
            <a:ext cx="6309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geolocation with Nominatim-powered search fallback for low-signal areas.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63824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41985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oceanguard/icons/psycholo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3544580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73552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AI Matching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20640" y="3273552"/>
            <a:ext cx="6309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up to 5 location-specific response bodies per report without human intervention.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407408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6634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oceanguard/icons/secur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478816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517136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NGO / Admin Portal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120640" y="4517136"/>
            <a:ext cx="6309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JWT authentication with real-time status updates: submitted → under review → resolved.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650992"/>
            <a:ext cx="110642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59070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oceanguard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6031748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760720"/>
            <a:ext cx="3383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Mapping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120640" y="5760720"/>
            <a:ext cx="6309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and OpenStreetMap views with filtered incident markers.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entities, secured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oceanguard/icons/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383292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Entity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distinguishing Citizens from Authenticated NGO / Admin Staff, so each user sees only the tools relevant to their role.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5A6B7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2585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oceanguard/icons/descrip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44" y="238329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Entity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301752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 coordinates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photo URL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severity level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AI suggestions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53675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oceanguard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54882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52120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with bcrypt, session handling via JWT, and serverless Firestore data management.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Live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oceanguard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21650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 </a:t>
            </a:r>
            <a:pPr indent="0" marL="0">
              <a:buNone/>
            </a:pPr>
            <a:r>
              <a:rPr lang="en-US" sz="135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and publicly live on Render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ocean-guardian.onrender.com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9547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oceanguard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04164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794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functional and API endpoint testing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73659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8966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oceanguard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498348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7365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Near-instantaneous AI triage enabled by Groq's low-latency inference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56784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58384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oceanguard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5925312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67842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status tracking from citizen submission to resolution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INDUSTRY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real-world ocean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63624" y="239572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oceanguard/icons/e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418" y="2532522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82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SDG 14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contribution to ocean conservation and marine ecosystem protection.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210312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43984" y="239572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oceanguard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778" y="253252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82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 Backing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7947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partnership with MARS (Centre for Sustainable Community Development) for real-world deployment.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210312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324344" y="239572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oceanguard/icons/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38" y="2532522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182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Empowerment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7947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coastal citizen into an active early-warning sensor for marine health.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2103120"/>
            <a:ext cx="2651760" cy="3931920"/>
          </a:xfrm>
          <a:prstGeom prst="roundRect">
            <a:avLst>
              <a:gd name="adj" fmla="val 3103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10204704" y="239572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oceanguard/icons/sav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498" y="2532522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182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Cost-Efficient Stack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72600" y="37947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Zero-to-low cost footprint using scalable cloud free tiers.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 for OceanGuard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5A6B78"/>
          </a:solidFill>
          <a:ln/>
        </p:spPr>
      </p:sp>
      <p:pic>
        <p:nvPicPr>
          <p:cNvPr id="6" name="Image 0" descr="/home/claude/oceanguard/icons/wifi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58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389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active internet access to submit or view reports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require human verification before dispatch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06440" y="1965960"/>
            <a:ext cx="585216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608076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oceanguard/icons/insigh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461" y="23609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2258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126480" y="30175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2" descr="/home/claude/oceanguard/icons/s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08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2926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Reporting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766560" y="3218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for low-connectivity coastal zones.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26480" y="38404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3" descr="/home/claude/oceanguard/icons/image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3749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Pre-Screening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76656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photo verification to filter duplicate or irrelevant uploads.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26480" y="46634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2" name="Image 4" descr="/home/claude/oceanguard/icons/insigh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7548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4572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Analytics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766560" y="4864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reporting trends and spatial heatmap dashboards for researchers.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126480" y="5486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5" descr="/home/claude/oceanguard/icons/api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57784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5394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Integrations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766560" y="5687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escalation straight into municipal and coast guard systems.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1505895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5760720"/>
            <a:ext cx="9144000" cy="2743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371600"/>
            <a:ext cx="7315200" cy="27432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oceanguard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6336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citizens and responders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OceanGuard successfully bridges the gap between public observers and environmental response teams, transforming delayed reporting into an automated, trackable workflow.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3108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 14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Documentation &amp; Firebase Firestore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&amp; Express.js Documentation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34924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 ocean-guardian.onrender.com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080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2026-08-30T15:51:50Z</dcterms:created>
  <dcterms:modified xsi:type="dcterms:W3CDTF">2026-08-30T15:51:50Z</dcterms:modified>
</cp:coreProperties>
</file>